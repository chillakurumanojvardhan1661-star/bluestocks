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3A8A"/>
                </a:solidFill>
                <a:latin typeface="Arial"/>
              </a:defRPr>
            </a:pPr>
            <a:r>
              <a:t>Mutual Fund Analytics Platform</a:t>
            </a:r>
          </a:p>
          <a:p>
            <a:pPr>
              <a:spcBef>
                <a:spcPts val="3000"/>
              </a:spcBef>
              <a:defRPr sz="2000">
                <a:solidFill>
                  <a:srgbClr val="282828"/>
                </a:solidFill>
                <a:latin typeface="Arial"/>
              </a:defRPr>
            </a:pPr>
            <a:r>
              <a:t>End-to-End Data Engineering &amp; Interactive Dashboard</a:t>
            </a:r>
            <a:br/>
            <a:r>
              <a:t>Prepared by: Intern / Data Analyst — Bluestock Fintech</a:t>
            </a:r>
            <a:br/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Data Fragmentation: NAV, AUM, and transactions are scattered across different platforms in varying formats.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Performance Comparison Gap: Hard to compare multiple funds across different AMCs on a risk-adjusted basis.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No Benchmark Tracking: Retail investors struggle to monitor if their funds are outperforming benchmark indices.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Solution: A unified SQLite database with automated metrics calculations &amp;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Build an automated ETL pipeline to ingest raw AMFI and API data.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Design a normalized star schema database for mutual fund analytics.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Compute key risk-adjusted performance metrics: Sharpe, Sortino, Alpha, Beta, Max Drawdown.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Perform investor transaction cohort and retention continuation analysis.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Deliver an interactive web dashboard for fund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Data Ingestion &amp; Inflow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Source 1: AMFI India published scheme master list (01_fund_master.csv).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Source 2: mfapi.in REST API for daily historical NAVs of selected schemes.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Source 3: NSE/BSE public indices for Nifty 50 and Nifty 100 historical prices.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Source 4: Internal transaction data (32,000+ rows) and portfolio holdings.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Validation: 100% of schemes in the master list were verified against the NAV history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Extract: Automated Python requests scripts pulling from mfapi.in daily.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Transform: Pandas preprocessing (parsing dates, forward-filling weekend and holiday NAV gaps, calculating daily returns).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Load: Normalized Star Schema loaded into SQLite (dim_fund, dim_date, fact_nav, fact_transactions, fact_performance).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Analyze: Metrics engine computing statistical parameters.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Visualize: Python Streamlit application hosting interactive dashboard 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Database Star Schema DDL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dim_fund: AMFI code (PK), fund house, category, manager, expense ratio, risk grade.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dim_date: Date key, year, month, quarter, weekday flag.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fact_nav: Scheme code, date key, Net Asset Value (NAV), daily returns.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fact_transactions: Tx ID (PK), investor ID, date key, transaction type, amount, state, city tier, age group, KYC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Exploratory Data Analysis (EDA)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AUM Concentration: SBI Mutual Fund maintains largest share (Rs. 12.5 lakh crore as of Dec 2025).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SIP Milestone: Monthly SIP inflows peaked in December 2025 at Rs. 31,002 Crore.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Investor Geographics: Top investment contributions driven by Maharashtra, Gujarat, Punjab, and Karnataka.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Transactions: T30 cities represent 66% of total investment 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Performance Scorecard Rankings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Methodology: Composite Score (0-100) combining 30% 3yr returns, 25% Sharpe ratio, 20% Alpha, 15% lower expense ratio, and 10% lower Max Drawdown.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Axis Midcap Fund: Top ranked scheme with a Sharpe ratio of 1.76 and annualized returns of 35.3%.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HDFC Mid-Cap Opportunities Fund: Second ranked with a Sharpe ratio of 1.62.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Advanced Risk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Value at Risk (VaR 95%): Daily maximum loss ceiling calculated around 1.8% to 2.2% for standard equity schemes.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Conditional VaR (CVaR): Identifies the average loss during worst 5% of trading days.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Sector Concentration (HHI): Index portfolio analysis shows Banking, IT, and Pharmaceuticals as highly concentrated sectors.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Investor Analytics &amp; Cohorts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Age Bracket: Investors aged 26-35 and 36-45 represent over 58% of total portfolios.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SIP Gaps: 8% of active SIP investors identified with transaction gaps &gt; 35 days and flagged as 'At-Risk'.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KYC verification: 92% verified status overall, showing high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Streamlit Interactive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Industry Overview Tab: Interactive KPI cards, AUM bar charts, and monthly SIP trends.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Performance Scorecard Tab: Scatter plot return vs. risk and complete sortable ranks.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Investor Analytics Tab: Geographic heatmaps, income vs. age distributions.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Market Trends Tab: Category inflows and dual axis Nifty vs. SIP tracking.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Arial"/>
              </a:defRPr>
            </a:pPr>
            <a:r>
              <a:t>Conclusion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4572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Pipeline: Created a fully automated Python execution pipeline handling 100K+ combined rows.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Database: Robust relational structure avoiding duplication with index optimizations.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Visuals: Premium interactive dashboard allowing self-service analytical querying.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• Future Scope: Integrate Markowitz Efficient Frontier optimization module and automated weekly HTML email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